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2" r:id="rId2"/>
    <p:sldId id="283" r:id="rId3"/>
    <p:sldId id="284" r:id="rId4"/>
    <p:sldId id="285" r:id="rId5"/>
    <p:sldId id="286" r:id="rId6"/>
    <p:sldId id="287" r:id="rId7"/>
    <p:sldId id="288" r:id="rId8"/>
    <p:sldId id="289" r:id="rId9"/>
    <p:sldId id="290" r:id="rId10"/>
    <p:sldId id="291" r:id="rId11"/>
    <p:sldId id="292" r:id="rId12"/>
    <p:sldId id="293" r:id="rId13"/>
    <p:sldId id="294" r:id="rId14"/>
    <p:sldId id="295" r:id="rId15"/>
    <p:sldId id="296" r:id="rId16"/>
    <p:sldId id="297" r:id="rId17"/>
    <p:sldId id="298" r:id="rId18"/>
    <p:sldId id="299" r:id="rId19"/>
    <p:sldId id="300" r:id="rId20"/>
    <p:sldId id="301" r:id="rId21"/>
    <p:sldId id="302" r:id="rId22"/>
    <p:sldId id="303" r:id="rId23"/>
    <p:sldId id="304" r:id="rId24"/>
    <p:sldId id="305" r:id="rId25"/>
    <p:sldId id="306" r:id="rId26"/>
    <p:sldId id="307" r:id="rId27"/>
    <p:sldId id="308" r:id="rId28"/>
    <p:sldId id="309" r:id="rId29"/>
    <p:sldId id="310" r:id="rId30"/>
    <p:sldId id="311" r:id="rId31"/>
    <p:sldId id="312" r:id="rId32"/>
    <p:sldId id="313" r:id="rId33"/>
    <p:sldId id="314" r:id="rId34"/>
    <p:sldId id="315" r:id="rId35"/>
    <p:sldId id="316" r:id="rId36"/>
    <p:sldId id="317" r:id="rId3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4B63DD-164C-4C3F-A461-68115A7CEC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3696117-7D10-4E5B-8024-F0181879F3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8D8F741-C99E-4721-9566-1518D6C37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FAD29-32E0-470B-B53D-9489172153E2}" type="datetimeFigureOut">
              <a:rPr lang="pt-BR" smtClean="0"/>
              <a:t>14/08/2025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7D70BC1-75B8-45ED-9CA8-C445E8A3C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E036583-E9F1-4191-9523-44A9B0F06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11AFD-54A5-46DA-A3AC-9490A17C711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75368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9D0A4F-B0E7-4D1B-B6CE-3BED827EC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DEE7ACF-E88B-46AC-B683-D62743F5A6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B7705A4-0A39-471C-82BF-12EE1CC5D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FAD29-32E0-470B-B53D-9489172153E2}" type="datetimeFigureOut">
              <a:rPr lang="pt-BR" smtClean="0"/>
              <a:t>14/08/2025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1B6C30E-98AF-40C7-84BC-9D7BA87D1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666A474-AF8A-46A9-ABD8-F793AD6F0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11AFD-54A5-46DA-A3AC-9490A17C711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8372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7B6FB4-74FE-4A77-B012-4038AB6AE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D918EF3-0967-44A9-B672-B39E8E8C76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45F5C7C-1CCB-4B57-A3AD-F9FE9CBB8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FAD29-32E0-470B-B53D-9489172153E2}" type="datetimeFigureOut">
              <a:rPr lang="pt-BR" smtClean="0"/>
              <a:t>14/08/2025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1A936DE-9C98-498F-A2CC-5B9025109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4D6E67B-2941-40B4-B0D0-34C264705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11AFD-54A5-46DA-A3AC-9490A17C711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2908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2AE659-D072-43E7-A5D2-B796C80AF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16F325-E0E9-48C4-8219-56B3A9489C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DC9AAC9-6640-4B9C-B366-A2811D0BA2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87945C7-3E85-4260-BA01-16C84353A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FAD29-32E0-470B-B53D-9489172153E2}" type="datetimeFigureOut">
              <a:rPr lang="pt-BR" smtClean="0"/>
              <a:t>14/08/2025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1BDED43-311E-4CE4-A69E-6D4676E34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31A766F-157D-49AE-876D-14EFC8DB6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11AFD-54A5-46DA-A3AC-9490A17C711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45160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51A6F9-9233-4CF1-B8AF-B7F11EB65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511DFA3-1339-4DAD-B1FC-DB84F6A68A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BEAFA52-E958-45BE-A0A1-06A6B12FE2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581F623-C033-4E03-90E3-784CDB51AD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009D521-7192-443E-AE4F-2B0D072213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10A5186-ACEF-4C77-A399-238183383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FAD29-32E0-470B-B53D-9489172153E2}" type="datetimeFigureOut">
              <a:rPr lang="pt-BR" smtClean="0"/>
              <a:t>14/08/2025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2F6548D-60E1-4BE5-8A7C-62083DF18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A7958E4-52A2-4E8B-91C9-AB2A6F838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11AFD-54A5-46DA-A3AC-9490A17C711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88157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0A7037-7FA4-465D-BEB4-11E01B3A6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5447D5F-5020-4C06-94BE-C5DBD78D1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FAD29-32E0-470B-B53D-9489172153E2}" type="datetimeFigureOut">
              <a:rPr lang="pt-BR" smtClean="0"/>
              <a:t>14/08/2025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77A5797-5302-4C35-8F39-9EAC07D17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72824FF-F298-4CE7-849C-B51CE1D21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11AFD-54A5-46DA-A3AC-9490A17C711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496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3539982-0514-428C-BF4E-5199DDAB7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FAD29-32E0-470B-B53D-9489172153E2}" type="datetimeFigureOut">
              <a:rPr lang="pt-BR" smtClean="0"/>
              <a:t>14/08/2025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F63B271-A04D-4BFA-AFD6-FD56BD6A5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BEF60A2-FC22-4236-966E-5ED5C410E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11AFD-54A5-46DA-A3AC-9490A17C711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419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DCC444-C950-40D7-B4AF-E30B11ED8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62A910C-2D12-4E44-B98C-BF7C79DE0F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63AF489-5E3A-4141-B587-57CC02FEA0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844B2D1-95F9-4AA9-B54E-FE46691C1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FAD29-32E0-470B-B53D-9489172153E2}" type="datetimeFigureOut">
              <a:rPr lang="pt-BR" smtClean="0"/>
              <a:t>14/08/2025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F1F81F0-4DA7-46E5-BF56-D9ED97C54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119E9ED-54B8-4BF3-AA29-FE5F04C14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11AFD-54A5-46DA-A3AC-9490A17C711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4069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8CC9B7-8629-4983-B710-C8FDE9D81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A869A9B-1869-45AC-94A8-83F34D3E52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C430255-9D39-47F2-A508-3D55FE2B0E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04D1F45-81F9-4481-A83D-C515674A7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FAD29-32E0-470B-B53D-9489172153E2}" type="datetimeFigureOut">
              <a:rPr lang="pt-BR" smtClean="0"/>
              <a:t>14/08/2025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B6FE4BB-9A4A-4453-9F4B-7867B0142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C4E19F6-0B78-4CB6-8A5D-90ADC4DF1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11AFD-54A5-46DA-A3AC-9490A17C711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868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3DB777-8050-4755-BA2E-5C42AC873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49687E6-D086-4B3D-B31B-FD6CAAA180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D8377C2-D548-4E95-8583-29EC5F417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FAD29-32E0-470B-B53D-9489172153E2}" type="datetimeFigureOut">
              <a:rPr lang="pt-BR" smtClean="0"/>
              <a:t>14/08/2025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D356749-9EDD-4608-A934-D561FB231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609036C-57BA-4D24-8C88-53438FF0B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11AFD-54A5-46DA-A3AC-9490A17C711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6951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4B44C0D-1689-479C-A168-A8E50AA8DA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A82229A-FC9F-4AB3-B080-571DB9A86B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D6D16DC-F10F-4E56-BFC6-431785A65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FAD29-32E0-470B-B53D-9489172153E2}" type="datetimeFigureOut">
              <a:rPr lang="pt-BR" smtClean="0"/>
              <a:t>14/08/2025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3BE7EE8-2FF0-49CF-9D30-5CA61FB60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3009F38-B36C-43F0-B277-407FEDC12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11AFD-54A5-46DA-A3AC-9490A17C711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6482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0CA8A02-4112-46D1-A023-3B23F1D43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ADF2919-E506-4DEB-972E-6202DFB430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1C21B5C-DA0F-46D2-BB18-7F7AC50791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4FAD29-32E0-470B-B53D-9489172153E2}" type="datetimeFigureOut">
              <a:rPr lang="pt-BR" smtClean="0"/>
              <a:t>14/08/2025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03CA931-D388-4373-A01C-35F4F9C30B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8CC6A9F-75AD-41E3-B811-9A140BAD7B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211AFD-54A5-46DA-A3AC-9490A17C711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5581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D66166C1-F0C1-4561-A34D-FA5FE4AD14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908" y="0"/>
            <a:ext cx="121998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9464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8AF9466-24E8-4A87-B357-00E2C59E8B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439"/>
            <a:ext cx="12196339" cy="6855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895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079C4555-BC5E-4666-BE7A-886D5A0E78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439"/>
            <a:ext cx="12196339" cy="6855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4779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33B2105-F54D-43DC-8325-6EE5227F37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24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9171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E2DCAB46-A659-438E-A336-5E2C58895F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366"/>
            <a:ext cx="12192000" cy="6868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7021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A6575E5-61E8-4002-A8CD-08490CFCCA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366"/>
            <a:ext cx="12192000" cy="6868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9067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4F1CB962-8D50-43E5-9BEA-6D80A2C027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366"/>
            <a:ext cx="12192000" cy="6868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4982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1595B6A9-C979-4C7B-A84F-50CD62FC0D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340" y="0"/>
            <a:ext cx="12196340" cy="6855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0888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0A91B613-0942-4FDE-A945-E05F643E61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439"/>
            <a:ext cx="12196339" cy="6855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5738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5EEAF05E-B810-4618-A18F-9465CA64D8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339" y="-1"/>
            <a:ext cx="12196339" cy="6855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7790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6747B5C3-EFD2-4E39-8DD5-2EE5D4FB94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39"/>
            <a:ext cx="12192000" cy="6853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6628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5ED6BC72-A570-4370-8B6A-7A4DE5509E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340" y="0"/>
            <a:ext cx="12196340" cy="6855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8108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78AE060-95C3-4132-94C0-8D735CE3B7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39"/>
            <a:ext cx="12192000" cy="6853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321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11D6A73F-4CA8-434E-8C68-1F694A4F4D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339" y="-1"/>
            <a:ext cx="12196339" cy="6855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0259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E39CAAE1-7DD1-4F4D-9984-98A9C0C529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340" y="1"/>
            <a:ext cx="12196339" cy="6855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2393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02F58F23-CD90-4FD5-8CE8-174C1708B7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439"/>
            <a:ext cx="12196339" cy="6855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933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6ECE3467-083A-4502-B634-20A07E4611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439"/>
            <a:ext cx="12196339" cy="6855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7392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D49A9CFC-EA68-4FAE-8527-BA245266E4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439"/>
            <a:ext cx="12196339" cy="6855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6805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E95C90AD-4B3D-436C-A989-14AF49272F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439"/>
            <a:ext cx="12196339" cy="6855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3902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9CB583C-C0F3-4A36-B009-4191B57C54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339" y="0"/>
            <a:ext cx="1220067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0732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26BE54CC-D931-49C1-A60B-11A8529A98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340" y="0"/>
            <a:ext cx="1220067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6588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0A85564-3FEE-48D1-B484-33EBA9D3F7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39"/>
            <a:ext cx="12192000" cy="6853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7543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5A67877-D21E-4D1E-BDF0-AD6A170C50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339" y="0"/>
            <a:ext cx="1220067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9613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1EB6E52B-8B41-4078-B065-03CB54E378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339" y="0"/>
            <a:ext cx="1220067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2679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305EB7B-31C4-4CCB-A13A-63E50A95FC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439"/>
            <a:ext cx="12196339" cy="6855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44189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9B567E0-AEDC-45A4-B4C3-79F631C0A6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439"/>
            <a:ext cx="12196339" cy="6855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0979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19BC0AA-987A-488E-B695-FEB7733721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439"/>
            <a:ext cx="12196339" cy="6855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2084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96CF537-CBEE-4D68-98B6-D5D8EC07D5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439"/>
            <a:ext cx="12196339" cy="6855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0450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947DC34-4208-44CC-8B10-EFEC7B2163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439"/>
            <a:ext cx="12196339" cy="6855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9018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5FD307F8-9474-4862-9B77-5C0BDA53D2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439"/>
            <a:ext cx="12196339" cy="6855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1736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B34B397-112B-4A96-BC60-2ECEF1498D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439"/>
            <a:ext cx="12196339" cy="6855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130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67A6B2BE-E510-4302-A297-799BF80349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339" y="0"/>
            <a:ext cx="1220067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35791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87464C1A-9F44-4599-959A-0817E318B5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439"/>
            <a:ext cx="12196339" cy="6855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349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82A5272A-05FD-4902-9ED0-3711860740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439"/>
            <a:ext cx="12196339" cy="6855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9179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4BBB3D8-49D1-41D9-B984-20D59AF9EE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439"/>
            <a:ext cx="12196339" cy="6855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1220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1529F32D-DECE-40A3-8941-3BF68EAED1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34" y="0"/>
            <a:ext cx="121928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31719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384</TotalTime>
  <Words>0</Words>
  <Application>Microsoft Office PowerPoint</Application>
  <PresentationFormat>Widescreen</PresentationFormat>
  <Paragraphs>0</Paragraphs>
  <Slides>36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36</vt:i4>
      </vt:variant>
    </vt:vector>
  </HeadingPairs>
  <TitlesOfParts>
    <vt:vector size="40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NoteAcer</dc:creator>
  <cp:lastModifiedBy>Paulo Vargas</cp:lastModifiedBy>
  <cp:revision>6</cp:revision>
  <dcterms:created xsi:type="dcterms:W3CDTF">2018-05-21T22:43:33Z</dcterms:created>
  <dcterms:modified xsi:type="dcterms:W3CDTF">2025-08-14T11:04:07Z</dcterms:modified>
</cp:coreProperties>
</file>